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6EDF3"/>
                </a:solidFill>
              </a:rPr>
              <a:t>Biotech Portfolio — 1-Month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Feb 20 – Mar 22, 2026  |  DTIL · PRME · BEAM · EDIT · CRSP · NTLA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87552"/>
            <a:ext cx="11640312" cy="1828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132320" cy="3657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051560"/>
            <a:ext cx="438912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120640"/>
            <a:ext cx="1828800" cy="6858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5721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DTIL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22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+69.35%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5896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$6.52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79" y="5120640"/>
            <a:ext cx="1828800" cy="6858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515721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PRME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5422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+6.99%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545896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$3.52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5120640"/>
            <a:ext cx="1828800" cy="6858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515721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BEAM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5422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78166"/>
                </a:solidFill>
              </a:rPr>
              <a:t>-10.63%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545896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$24.63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5120640"/>
            <a:ext cx="1828800" cy="6858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39" y="515721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39" y="5422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+36.05%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545896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$2.34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5120640"/>
            <a:ext cx="1828800" cy="6858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15721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CRSP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422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78166"/>
                </a:solidFill>
              </a:rPr>
              <a:t>-13.60%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45896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$46.24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5120640"/>
            <a:ext cx="1828800" cy="6858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515721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6EDF3"/>
                </a:solidFill>
              </a:rPr>
              <a:t>NTLA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5422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</a:rPr>
              <a:t>+2.88%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545896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B949E"/>
                </a:solidFill>
              </a:rPr>
              <a:t>$12.84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444C56"/>
                </a:solidFill>
              </a:rPr>
              <a:t>Source: Yahoo Finance  |  For internal use only — not for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